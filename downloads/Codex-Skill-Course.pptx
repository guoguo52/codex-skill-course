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· 入门科普课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把通用 AI，变成你的专业工作流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42032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用一个小时看懂一套组合拳：Codex 负责执行力，Skill 提供行业方法。六个领域、十五个真实案例，全部来自本机成品目录。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5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小时  ·  6 大领域  ·  15 个案例  ·  零代码起步</a:t>
            </a:r>
            <a:endParaRPr lang="en-US" sz="1200" dirty="0"/>
          </a:p>
        </p:txBody>
      </p:sp>
      <p:pic>
        <p:nvPicPr>
          <p:cNvPr id="7" name="Image 0" descr="C:\Users\Administrator\Desktop\网站&amp;PPT视觉设计全流程_SKILL_SOP_加强版_最新版_20261001\codex-skill-course\assets\cases\yiw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384048"/>
            <a:ext cx="1225296" cy="2103120"/>
          </a:xfrm>
          <a:prstGeom prst="rect">
            <a:avLst/>
          </a:prstGeom>
        </p:spPr>
      </p:pic>
      <p:pic>
        <p:nvPicPr>
          <p:cNvPr id="8" name="Image 1" descr="C:\Users\Administrator\Desktop\网站&amp;PPT视觉设计全流程_SKILL_SOP_加强版_最新版_20261001\codex-skill-course\assets\cases\campaig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54112" y="384048"/>
            <a:ext cx="1225296" cy="2103120"/>
          </a:xfrm>
          <a:prstGeom prst="rect">
            <a:avLst/>
          </a:prstGeom>
        </p:spPr>
      </p:pic>
      <p:pic>
        <p:nvPicPr>
          <p:cNvPr id="9" name="Image 2" descr="C:\Users\Administrator\Desktop\网站&amp;PPT视觉设计全流程_SKILL_SOP_加强版_最新版_20261001\codex-skill-course\assets\cases\b36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2688336"/>
            <a:ext cx="1225296" cy="2103120"/>
          </a:xfrm>
          <a:prstGeom prst="rect">
            <a:avLst/>
          </a:prstGeom>
        </p:spPr>
      </p:pic>
      <p:pic>
        <p:nvPicPr>
          <p:cNvPr id="10" name="Image 3" descr="C:\Users\Administrator\Desktop\网站&amp;PPT视觉设计全流程_SKILL_SOP_加强版_最新版_20261001\codex-skill-course\assets\cases\aimv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54112" y="2688336"/>
            <a:ext cx="1225296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课程速览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一小时的容量，六个模块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874520" cy="2286000"/>
          </a:xfrm>
          <a:prstGeom prst="roundRect">
            <a:avLst>
              <a:gd name="adj" fmla="val 2439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小时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课程总时长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87752" y="1554480"/>
            <a:ext cx="1874520" cy="2286000"/>
          </a:xfrm>
          <a:prstGeom prst="roundRect">
            <a:avLst>
              <a:gd name="adj" fmla="val 2439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18288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87752" y="2788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应用领域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72584" y="1554480"/>
            <a:ext cx="1874520" cy="2286000"/>
          </a:xfrm>
          <a:prstGeom prst="roundRect">
            <a:avLst>
              <a:gd name="adj" fmla="val 2439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8288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72584" y="2788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57416" y="1554480"/>
            <a:ext cx="1874520" cy="2286000"/>
          </a:xfrm>
          <a:prstGeom prst="roundRect">
            <a:avLst>
              <a:gd name="adj" fmla="val 2439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18288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行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57416" y="2788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代码也能起步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从建立心智模型开始，用真实成品建立判断力，最后给出可复制的手上路线。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Codex + Skill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是执行者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94760" y="14173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能写代码、跑命令、调用工具，把想法真正落地成文件、页面和视频。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67128"/>
            <a:ext cx="8138160" cy="0"/>
          </a:xfrm>
          <a:prstGeom prst="line">
            <a:avLst/>
          </a:prstGeom>
          <a:noFill/>
          <a:ln w="9525">
            <a:solidFill>
              <a:srgbClr val="E6E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5856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258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是方法论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225856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把行业怎么做写成可复用的指令与流程，让每次产出质量稳定。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008376"/>
            <a:ext cx="8138160" cy="0"/>
          </a:xfrm>
          <a:prstGeom prst="line">
            <a:avLst/>
          </a:prstGeom>
          <a:noFill/>
          <a:ln w="9525">
            <a:solidFill>
              <a:srgbClr val="E6E4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998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099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一加一大于二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3099816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通用智能体配上行业 skill，等于针对具体场景的自动化生产线。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849624"/>
            <a:ext cx="8138160" cy="0"/>
          </a:xfrm>
          <a:prstGeom prst="line">
            <a:avLst/>
          </a:prstGeom>
          <a:noFill/>
          <a:ln w="9525">
            <a:solidFill>
              <a:srgbClr val="E6E4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4106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9410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门槛其实很低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3941064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不需要会写代码，装好 skill 照案例跑一遍就能上手。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课程大纲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一小时，六个模块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00–08 分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65960" y="1353312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开场：Codex 与 Skill 分别是什么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65960" y="164592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先分清两个概念，建立同一套讨论坐标系。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4825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08–18 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65960" y="2029968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核心逻辑：通用引擎加专业方法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232257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讲清两者怎么配合，以及组合之后为什么能干活。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2491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18–43 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65960" y="2706624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案例巡礼：六个领域逐个看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299923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每个领域 3 到 4 分钟，看成品并指出背后用了哪类 skill。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01568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015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43–52 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338328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上手路线：装 skill 跑通第一个案例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367588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从本机案例目录挑一个，照着启动说明运行一次。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078224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7822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52–60 分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65960" y="4059936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答疑与延伸：继续逛本机案例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65960" y="43525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回答提问，并给出本机其他案例目录的浏览顺序。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案例巡礼 · 领域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网站与落地页设计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把文档、产品页和知识内容，变成可打开、可交付的站点。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5212080" cy="0"/>
          </a:xfrm>
          <a:prstGeom prst="line">
            <a:avLst/>
          </a:prstGeom>
          <a:noFill/>
          <a:ln w="12700">
            <a:solidFill>
              <a:srgbClr val="E6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义乌 FZC 产业社区单页站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145 页 PDF 提报转成编辑部风格单页站，带滚动叙事与数据可视化，同源导出 PPTX 与 PDF。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 · 滚动叙事 · PDF 转站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iPhone Duo 京东电商视觉包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官网产品页重构为京东主图、橱窗、详情页与首页焦点图，HTML 渲染后批量导出成图。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467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 · 批量导出 · 电商视觉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概念知识库站点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把一段课程语音做成知识站：知识地图、概念详解与术语表，配 AI 生成的手绘流程图。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2976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知识站 · 概念地图 · AI 配图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4805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MV Studio 开源站点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479145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音乐视频工程的多页教学站，覆盖流程、口型、模型与案例，可直接本地打开。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524865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多页站 · 开源 · 教学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914400"/>
            <a:ext cx="2697480" cy="3703320"/>
          </a:xfrm>
          <a:prstGeom prst="roundRect">
            <a:avLst>
              <a:gd name="adj" fmla="val 2034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pic>
        <p:nvPicPr>
          <p:cNvPr id="19" name="Image 0" descr="C:\Users\Administrator\Desktop\网站&amp;PPT视觉设计全流程_SKILL_SOP_加强版_最新版_20261001\codex-skill-course\assets\cases\yiw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051560"/>
            <a:ext cx="2423160" cy="1664208"/>
          </a:xfrm>
          <a:prstGeom prst="rect">
            <a:avLst/>
          </a:prstGeom>
        </p:spPr>
      </p:pic>
      <p:pic>
        <p:nvPicPr>
          <p:cNvPr id="20" name="Image 1" descr="C:\Users\Administrator\Desktop\网站&amp;PPT视觉设计全流程_SKILL_SOP_加强版_最新版_20261001\codex-skill-course\assets\cases\iph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2843784"/>
            <a:ext cx="2423160" cy="16642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案例巡礼 · 领域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海报与品牌视觉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用多模型出图、聚类与色板，把审美固化成可复制的视觉体系。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5212080" cy="0"/>
          </a:xfrm>
          <a:prstGeom prst="line">
            <a:avLst/>
          </a:prstGeom>
          <a:noFill/>
          <a:ln w="12700">
            <a:solidFill>
              <a:srgbClr val="E6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海报美学体系 Campaign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同主题四联海报，多模型出图对比与筛选，先锁定风格母版再批量产出。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 · 四联海报 · 风格母版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地产海报美学蒸馏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张地产海报聚类、色板提炼、字体样本与对标复刻，再生成 4K 成品。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467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 · 色板 · 4K 复刻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914400"/>
            <a:ext cx="2697480" cy="3703320"/>
          </a:xfrm>
          <a:prstGeom prst="roundRect">
            <a:avLst>
              <a:gd name="adj" fmla="val 2034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pic>
        <p:nvPicPr>
          <p:cNvPr id="13" name="Image 0" descr="C:\Users\Administrator\Desktop\网站&amp;PPT视觉设计全流程_SKILL_SOP_加强版_最新版_20261001\codex-skill-course\assets\cases\campaig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051560"/>
            <a:ext cx="2423160" cy="1664208"/>
          </a:xfrm>
          <a:prstGeom prst="rect">
            <a:avLst/>
          </a:prstGeom>
        </p:spPr>
      </p:pic>
      <p:pic>
        <p:nvPicPr>
          <p:cNvPr id="14" name="Image 1" descr="C:\Users\Administrator\Desktop\网站&amp;PPT视觉设计全流程_SKILL_SOP_加强版_最新版_20261001\codex-skill-course\assets\cases\realestat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2843784"/>
            <a:ext cx="2423160" cy="16642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案例巡礼 · 领域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电商与产品广告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从分镜到成片，全链路自动生产能直接投放的广告物料。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5212080" cy="0"/>
          </a:xfrm>
          <a:prstGeom prst="line">
            <a:avLst/>
          </a:prstGeom>
          <a:noFill/>
          <a:ln w="12700">
            <a:solidFill>
              <a:srgbClr val="E6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B36 生活方式 30s 广告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Wes Anderson 语汇的时装广告，六段分镜、Seedance 镜头，代码剪辑与原创配乐合成。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30s 广告 · Seedance · 批量出片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小米音响 15s TVC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从创作简报到成片的 15 秒广告，含关键帧、旁白、原创配乐与电商橱窗多画幅。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467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15s TVC · 橱窗 · 全链路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Sony 光学 15s 产品片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HyperFrames 代码合成产品片，镜头联系表与逐帧检查，本地渲染交付。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2976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产品片 · 代码合成 · HyperFrames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697480" cy="3703320"/>
          </a:xfrm>
          <a:prstGeom prst="roundRect">
            <a:avLst>
              <a:gd name="adj" fmla="val 2034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pic>
        <p:nvPicPr>
          <p:cNvPr id="16" name="Image 0" descr="C:\Users\Administrator\Desktop\网站&amp;PPT视觉设计全流程_SKILL_SOP_加强版_最新版_20261001\codex-skill-course\assets\cases\b3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051560"/>
            <a:ext cx="2423160" cy="1664208"/>
          </a:xfrm>
          <a:prstGeom prst="rect">
            <a:avLst/>
          </a:prstGeom>
        </p:spPr>
      </p:pic>
      <p:pic>
        <p:nvPicPr>
          <p:cNvPr id="17" name="Image 1" descr="C:\Users\Administrator\Desktop\网站&amp;PPT视觉设计全流程_SKILL_SOP_加强版_最新版_20261001\codex-skill-course\assets\cases\xiaomi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2843784"/>
            <a:ext cx="2423160" cy="16642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案例巡礼 · 领域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口播与讲解视频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把口播素材自动剪辑、包装，产出讲解与案例视频。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5212080" cy="0"/>
          </a:xfrm>
          <a:prstGeom prst="line">
            <a:avLst/>
          </a:prstGeom>
          <a:noFill/>
          <a:ln w="12700">
            <a:solidFill>
              <a:srgbClr val="E6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口播自动剪辑 · AI 电商海报案例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从口播素材自动去废、卡点、包装与配乐，输出多个成片版本。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 · 自动剪辑 · 多版本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B36 Codex 讲解视频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一段讲解成片，字幕、抽帧联系表与交付说明打包完整。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467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 · 字幕 · 交付包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914400"/>
            <a:ext cx="2697480" cy="3703320"/>
          </a:xfrm>
          <a:prstGeom prst="roundRect">
            <a:avLst>
              <a:gd name="adj" fmla="val 2034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pic>
        <p:nvPicPr>
          <p:cNvPr id="13" name="Image 0" descr="C:\Users\Administrator\Desktop\网站&amp;PPT视觉设计全流程_SKILL_SOP_加强版_最新版_20261001\codex-skill-course\assets\cases\koub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051560"/>
            <a:ext cx="2423160" cy="1664208"/>
          </a:xfrm>
          <a:prstGeom prst="rect">
            <a:avLst/>
          </a:prstGeom>
        </p:spPr>
      </p:pic>
      <p:pic>
        <p:nvPicPr>
          <p:cNvPr id="14" name="Image 1" descr="C:\Users\Administrator\Desktop\网站&amp;PPT视觉设计全流程_SKILL_SOP_加强版_最新版_20261001\codex-skill-course\assets\cases\explain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2843784"/>
            <a:ext cx="2423160" cy="16642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案例巡礼 · 领域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音乐视频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从编曲、歌词到画面，把一首歌做成一支 MV。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5212080" cy="0"/>
          </a:xfrm>
          <a:prstGeom prst="line">
            <a:avLst/>
          </a:prstGeom>
          <a:noFill/>
          <a:ln w="12700">
            <a:solidFill>
              <a:srgbClr val="E6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MV Studio 工程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从编曲、歌词对齐、口型到分层的 MV 生产线，含大量可复现脚本。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 · 口型对齐 · 工程管线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明月几时有 MV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一支完整 MV 的分镜成片与视频输出，逐镜生成后合成交付。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467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 · 逐镜生成 · 合成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AI-MV 直播方案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一套直播教学流程板，把怎么做一支 AI MV 拆成可讲解的步骤与海报。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2976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 · 流程板 · 海报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697480" cy="3703320"/>
          </a:xfrm>
          <a:prstGeom prst="roundRect">
            <a:avLst>
              <a:gd name="adj" fmla="val 2034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pic>
        <p:nvPicPr>
          <p:cNvPr id="16" name="Image 0" descr="C:\Users\Administrator\Desktop\网站&amp;PPT视觉设计全流程_SKILL_SOP_加强版_最新版_20261001\codex-skill-course\assets\cases\aimv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051560"/>
            <a:ext cx="2423160" cy="1664208"/>
          </a:xfrm>
          <a:prstGeom prst="rect">
            <a:avLst/>
          </a:prstGeom>
        </p:spPr>
      </p:pic>
      <p:pic>
        <p:nvPicPr>
          <p:cNvPr id="17" name="Image 1" descr="C:\Users\Administrator\Desktop\网站&amp;PPT视觉设计全流程_SKILL_SOP_加强版_最新版_20261001\codex-skill-course\assets\cases\mingyu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2843784"/>
            <a:ext cx="2423160" cy="16642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案例巡礼 · 领域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短剧与影视工业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剧本、资产、分镜、成片分层归档，走完整工业流程。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5212080" cy="0"/>
          </a:xfrm>
          <a:prstGeom prst="line">
            <a:avLst/>
          </a:prstGeom>
          <a:noFill/>
          <a:ln w="12700">
            <a:solidFill>
              <a:srgbClr val="E6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《六百斤的爱情，轻如鸿毛》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 EP 交付，剧本、文学细化、资产冻结库与全链路制作分层归档。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 · 资产冻结 · EP 交付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89320" y="914400"/>
            <a:ext cx="2697480" cy="3703320"/>
          </a:xfrm>
          <a:prstGeom prst="roundRect">
            <a:avLst>
              <a:gd name="adj" fmla="val 2034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pic>
        <p:nvPicPr>
          <p:cNvPr id="10" name="Image 0" descr="C:\Users\Administrator\Desktop\网站&amp;PPT视觉设计全流程_SKILL_SOP_加强版_最新版_20261001\codex-skill-course\assets\cases\liuba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051560"/>
            <a:ext cx="242316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本机还有更多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这些目录，也都是现成的案例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170432"/>
          </a:xfrm>
          <a:prstGeom prst="roundRect">
            <a:avLst>
              <a:gd name="adj" fmla="val 3906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08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网站与站点 · 8 个目录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7512" y="183794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《爱死机》网站、《爱死机电影》风格网站4、山海元境_商业可视化展示站、极光心智_公司与团队介绍站、智能体集群-网站产出、Skill造物局_科普网站_20261020、培训课程官网、极光剧场本地网站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3931920" cy="1170432"/>
          </a:xfrm>
          <a:prstGeom prst="roundRect">
            <a:avLst>
              <a:gd name="adj" fmla="val 3906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2312" y="1508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海报与视觉 · 5 个目录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82312" y="183794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地产海报、美学风格skill、美学风格图库、Image2洗图Skill、小红书店铺物料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3931920" cy="1170432"/>
          </a:xfrm>
          <a:prstGeom prst="roundRect">
            <a:avLst>
              <a:gd name="adj" fmla="val 3906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8803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视频与动画 · 6 个目录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" y="320954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Super-MV-Studio、NO_RULES_MV_双层动效版、motion-replica-studio-安装包、codex+opus 代码生成视频案例、敦煌飞天舞_开场动画体系、梦回汴京宣发视频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2788920"/>
            <a:ext cx="3931920" cy="1170432"/>
          </a:xfrm>
          <a:prstGeom prst="roundRect">
            <a:avLst>
              <a:gd name="adj" fmla="val 3906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8803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短剧与影视 · 5 个目录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82312" y="320954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替身太子_前五集拆本交付、双星照屿_正式交付、山海元境_EP06_交付包、大千浮图_一分钟预告片_资产、太子纳妾_正式交付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3931920" cy="1170432"/>
          </a:xfrm>
          <a:prstGeom prst="roundRect">
            <a:avLst>
              <a:gd name="adj" fmla="val 3906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42519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课程与课件 · 5 个目录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" y="458114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AI影视三轨学习站、AI影视三轨进阶课程_学员版、导演大师课程、AI导演工业课_完整课程包、极光心智课件开发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怎么上手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四条路径，今天就能开始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874520" cy="2651760"/>
          </a:xfrm>
          <a:prstGeom prst="roundRect">
            <a:avLst>
              <a:gd name="adj" fmla="val 2439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6916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装一个 Skill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" y="27432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把行业 skill 放进本机 skills 目录，Codex 就能识别并调用。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87752" y="1508760"/>
            <a:ext cx="1874520" cy="2651760"/>
          </a:xfrm>
          <a:prstGeom prst="roundRect">
            <a:avLst>
              <a:gd name="adj" fmla="val 2439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34056" y="16916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2734056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34056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挑一个案例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34056" y="27432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从案例里选一个离你业务最近的领域。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1508760"/>
            <a:ext cx="1874520" cy="2651760"/>
          </a:xfrm>
          <a:prstGeom prst="roundRect">
            <a:avLst>
              <a:gd name="adj" fmla="val 2439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16916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18888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跑一遍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18888" y="27432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打开案例里的 index.html，或按 README 的启动命令运行一次。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57416" y="1508760"/>
            <a:ext cx="1874520" cy="2651760"/>
          </a:xfrm>
          <a:prstGeom prst="roundRect">
            <a:avLst>
              <a:gd name="adj" fmla="val 2439"/>
            </a:avLst>
          </a:prstGeom>
          <a:solidFill>
            <a:srgbClr val="F6F5F2"/>
          </a:solidFill>
          <a:ln w="12700">
            <a:solidFill>
              <a:srgbClr val="E6E4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6916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改着玩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27432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把文案、配色、素材换成自己的，跑出第一版成品。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7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应用入门课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9BB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+ SKILL · 入门科普课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准备好开始了吗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从课程大纲看起，再用案例目录练手。一个小时后，你会对 Codex + Skill 能做什么有清晰的判断。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配套文件：本 PPTX 可编辑 · 整站讲义 PDF 可在网站下载区获取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+ Skill 应用入门课</dc:title>
  <dc:subject>PptxGenJS Presentation</dc:subject>
  <dc:creator>Codex + Skill 课程站</dc:creator>
  <cp:lastModifiedBy>Codex + Skill 课程站</cp:lastModifiedBy>
  <cp:revision>1</cp:revision>
  <dcterms:created xsi:type="dcterms:W3CDTF">2026-10-23T09:05:27Z</dcterms:created>
  <dcterms:modified xsi:type="dcterms:W3CDTF">2026-10-23T09:05:27Z</dcterms:modified>
</cp:coreProperties>
</file>